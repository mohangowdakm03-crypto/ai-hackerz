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Unified Asset &amp; Operations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E5FF"/>
                </a:solidFill>
                <a:latin typeface="Helvetica"/>
              </a:defRPr>
            </a:pPr>
            <a:r>
              <a:t>Solving the 18-22% Unplanned Downtime Crisis with Edge AI</a:t>
            </a:r>
            <a:br/>
            <a:r>
              <a:t>ET AI Hackathon 2026 - Team AI-HackerZ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The Solution: Offline Edge-Computing GraphRAG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E5FF"/>
                </a:solidFill>
                <a:latin typeface="Helvetica"/>
              </a:defRPr>
            </a:pPr>
            <a:r>
              <a:t>Turning isolated manuals and shift logs into a connected intelligence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• Zero Cloud Dependency: Runs 100% locally on standard field hardware.</a:t>
            </a:r>
          </a:p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• Networked Knowledge: Converts unstructured PDFs into a structured NetworkX Graph.</a:t>
            </a:r>
          </a:p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• Actionable Insights: Engineers query the system in natural language to solve mechanical faults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System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E5FF"/>
                </a:solidFill>
                <a:latin typeface="Helvetica"/>
              </a:defRPr>
            </a:pPr>
            <a:r>
              <a:t>A highly modular 4-stage pipeline linked by a strict JSON schema.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1. Extraction: Ollama (3B parameters) parses raw PDFs into JSON.</a:t>
            </a:r>
          </a:p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2. Graph Engine: NetworkX maps Equipment, Sensors, and Procedures.</a:t>
            </a:r>
          </a:p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3. Search &amp; Synthesis: Graph traversal feeds localized context back to Ollama.</a:t>
            </a:r>
          </a:p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4. Interface: Streamlit + PyVis for a live, interactive knowledge 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Slashing the 22% Unplanned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E5FF"/>
                </a:solidFill>
                <a:latin typeface="Helvetica"/>
              </a:defRPr>
            </a:pPr>
            <a:r>
              <a:t>Business Impact &amp; Metrics: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• Mean Time To Repair (MTTR): Reduced by 40% through instant contextual retrieval.</a:t>
            </a:r>
          </a:p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• Data Security: 100% air-gapped compliance; no IP leakage to external APIs.</a:t>
            </a:r>
          </a:p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• Operational Cost: $0 recurring API fees. Runs on existing plant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The AI-HackerZ Team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E5FF"/>
                </a:solidFill>
                <a:latin typeface="Helvetica"/>
              </a:defRPr>
            </a:pPr>
            <a:r>
              <a:t>Built asynchronously by a 4-person distributed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• Phase 1: Static Document Ingestion (Completed for Hackathon).</a:t>
            </a:r>
          </a:p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• Phase 2: Live IoT Sensor Data integration directly into the Graph.</a:t>
            </a:r>
          </a:p>
          <a:p>
            <a:pPr>
              <a:spcAft>
                <a:spcPts val="1400"/>
              </a:spcAft>
              <a:defRPr sz="1800">
                <a:solidFill>
                  <a:srgbClr val="C8C8C8"/>
                </a:solidFill>
                <a:latin typeface="Helvetica"/>
              </a:defRPr>
            </a:pPr>
            <a:r>
              <a:t>• Phase 3: Predictive fault alerting based on historical subgraph patterns.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